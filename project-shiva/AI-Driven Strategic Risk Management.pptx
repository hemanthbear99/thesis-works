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17476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AI-Driven Strategic Risk Management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30798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In Hybrid Project Environments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399359"/>
            <a:ext cx="952500" cy="38100"/>
          </a:xfrm>
          <a:prstGeom prst="roundRect">
            <a:avLst>
              <a:gd fmla="val 16667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371475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1085850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68592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Core Conflict: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Hybrid project environments combine Agile and Waterfall practices, but their risk cycles don’t align. Agile teams manage risks continuously, while Waterfall teams follow periodic reviews.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09562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misalignment creates: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14375" y="5429250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Existing frameworks don’t provide a unified approach to detect, assess, and respond to cross-methodology risks in real time.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429250"/>
            <a:ext cx="38100" cy="9144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76325" y="3590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43000" y="359092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Fragmented risk visibility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6325" y="4038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43000" y="403860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Delayed escalation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76325" y="4486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43000" y="4486275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Inconsistent mitigation actions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76325" y="49339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43000" y="49339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Higher project volatility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379809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Why This Problem Is Real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094184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6810375" y="1503759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Widespread Adoption: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By 2025, over 45–55% of large organizations will use hybrid delivery models.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810375" y="2747367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Recurring Failures: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PMI reports failures linked to misaligned risk processes and unclear accountability.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810375" y="3990975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Signal Conflicts: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Agile identifies risks early, while Waterfall escalates late, causing integration conflicts.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810375" y="5234582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Structural Gap:</a:t>
            </a: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 Hybrid environments amplify complexity, yet practices haven’t evolved to match it.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6090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80451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0481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5291732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5" y="20716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295275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Aim</a:t>
            </a:r>
            <a:endParaRPr/>
          </a:p>
        </p:txBody>
      </p:sp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075" y="2147887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250781" y="2447032"/>
            <a:ext cx="5500687" cy="1706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"To develop and validate an </a:t>
            </a: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AI-based strategic risk-management framework</a:t>
            </a:r>
            <a:r>
              <a:rPr b="0" i="0" lang="en-US" sz="2400" u="none" cap="none" strike="noStrike">
                <a:solidFill>
                  <a:srgbClr val="334155"/>
                </a:solidFill>
                <a:latin typeface="Merriweather"/>
                <a:ea typeface="Merriweather"/>
                <a:cs typeface="Merriweather"/>
                <a:sym typeface="Merriweather"/>
              </a:rPr>
              <a:t> that unifies Agile and Waterfall risk signals."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8715375" y="4439542"/>
            <a:ext cx="571500" cy="28575"/>
          </a:xfrm>
          <a:prstGeom prst="roundRect">
            <a:avLst>
              <a:gd fmla="val 16667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381750" y="475386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Enabling earlier detection, adaptive responses, and consistent governance across hybrid project environments.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Objectives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2238375" y="1719857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Identify Inconsistencies: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Pinpoint key risk-management gaps between Agile and Waterfall teams.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2238375" y="2628304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Analyze Impact: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Understand how these inconsistencies disrupt hybrid project outcomes.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238375" y="3536751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Explore AI Techniques: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Investigate predictive analytics, NLP, and anomaly detection for better visibility.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2238375" y="4445198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Design Framework: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Create an AI-supported model integrating risk data from both methodologies.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2238375" y="5353645"/>
            <a:ext cx="8143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Evaluate &amp; Validate: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Test the framework through expert feedback and simulated project scenarios.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17770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68545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9390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02348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5410795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/>
        </p:nvSpPr>
        <p:spPr>
          <a:xfrm>
            <a:off x="762000" y="762000"/>
            <a:ext cx="4800600" cy="1171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Expected Contribution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762000" y="2047875"/>
            <a:ext cx="4572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762000" y="25527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practical,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AI-enabled risk-management model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that synchronizes Agile and Waterfall workflows.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349567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unified approach will: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62000" y="53721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Ultimately offering organizations a structured approach for significantly more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stable and predictable project delivery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1266825" y="40957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333500" y="409575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Reduce ambiguity in hybrid governance.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266825" y="4543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333500" y="4543425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Improve risk detection timing.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